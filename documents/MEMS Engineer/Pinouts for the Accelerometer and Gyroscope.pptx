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826"/>
    <a:srgbClr val="0E8808"/>
    <a:srgbClr val="F3B4F3"/>
    <a:srgbClr val="9F9F9F"/>
    <a:srgbClr val="0EF36E"/>
    <a:srgbClr val="1ACFB9"/>
    <a:srgbClr val="FE8472"/>
    <a:srgbClr val="00AFDB"/>
    <a:srgbClr val="8D3921"/>
    <a:srgbClr val="885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4215-BAB7-BA3B-1387-277E70AC6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9E477-0A79-37EC-E33C-4B4F28CBE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1AFEF-B12D-4434-4772-1980C5E3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9DE55-B1B8-D935-D833-F22A68F2E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54EA-B67D-0FEE-4A94-1E237A83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4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CF80-6E60-C1A5-B0C5-1EFA6F30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31EA3-EB2B-7ADD-40F1-A2AF8ACAB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DCBA0-38E5-70C2-E3D9-DBAECF55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2112E-2E28-25EB-065F-C9F81F78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B1463-475B-5E1F-F0EA-F7AA9FC5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00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E814D-581C-3825-2C5D-FA1F89D3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95BFD-D22E-29CC-7DE7-CBB5CA70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D5A03-FE21-4FF4-867F-02E898C7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3546F-DEB1-1BCE-72D2-1DD9E66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3E5E5-E7F5-6A65-CA9B-70AD205D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9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7600-84FD-73F9-85ED-D65E4B65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22BFF-B670-B6CE-A464-A4FB47E30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44D9E-02E0-6EFC-58D3-5A64C83C9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C3700-4374-AABA-ABCD-4ADF715A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DAA4E-A789-F5B3-18A3-F06C86D4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6018C-7AC8-1F12-56B8-D4DEE750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2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760C-5019-C249-AD06-07E58886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DA278-DF11-1B41-1BE4-1C02FDBE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BF913-D073-9C64-5756-6B4EDABD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43C23-3DF7-1E3A-C76E-1602B91DE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6D9344-DBB3-67AE-2C2D-811E58D07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88E3B-5825-AF97-87F7-D2D544CC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FF4388-A0FE-B49E-AEB4-AF30F379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567EC-0623-1D2F-385A-E121D303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18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6A1B-5D19-6CD1-2BB9-E1241291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6CCAB-65DA-D180-003D-6B21FC26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41CB3-4E3B-13A8-BB1E-5ABD0A93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9B615-5DA7-EA1A-84DA-99B88756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4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95D2A-92EC-737F-2F36-24C8847E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6796F-10BD-35FE-AE42-828CC689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A27BB-9DA8-1344-EDE6-731ECE38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60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13F2-4920-0F45-5E44-6628A1CE6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BCC05-57CA-9E9F-B503-6B1D284F1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88397-4F43-5979-89FF-E8296E1C5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7231F-74E6-552F-1257-6F21D179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0B9E6-8F4B-E774-57FF-439A3922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41953-6118-B022-206D-1BC084FA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01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AED5-A4F0-24D2-7A14-B5406FAA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6CE-E282-261A-5AE1-ACD55E1DB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8D134-0162-51A6-52C8-ACBF0D141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04AC5-9636-41F0-ED6F-E2347B48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1E3B7-9198-0E0C-A9E4-145E5A79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E5B6F-C1F0-A0F3-D640-A1F84A53F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8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A0C-C4C2-BB2C-EC4C-4BA3B90F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1C216-D577-734A-C43F-669A62841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BDB6-B4E0-EB9D-D8D2-1F4E20EC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B32AD-9A07-AB50-3304-F4022437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339AE-62ED-A8A2-259C-5852767D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47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778CC9-2501-E567-3D81-D1B2FB40A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BC588-CA39-AFBE-C4F3-03A169229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B7DBC-9C97-B365-CC27-80EC2FDE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7491-2538-1846-BA73-4816B5DD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91AD-80D8-1BD9-7BF3-EA5A52BC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D51A3-FB84-CBF0-625A-F5AD1C6B3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E0696-17AE-015A-9D25-2C759A8B1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2D55F-2783-C31B-D9C1-6E408DB67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46BBD-3D35-4691-94AB-6479300D1F0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AE7EC-AECC-6017-0352-694B2A583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5D180-6CF8-F20B-A9BF-8655E7F51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2FD2B-ECEB-4198-BB82-C52E1264B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43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40E6-B9CB-CD0D-4916-5F78F1D4B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Pinouts for the Accelerometer and Gyroscope</a:t>
            </a:r>
          </a:p>
        </p:txBody>
      </p:sp>
    </p:spTree>
    <p:extLst>
      <p:ext uri="{BB962C8B-B14F-4D97-AF65-F5344CB8AC3E}">
        <p14:creationId xmlns:p14="http://schemas.microsoft.com/office/powerpoint/2010/main" val="9247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1E226F-468E-BA10-C705-60760A347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10" t="1500" r="29129" b="2567"/>
          <a:stretch/>
        </p:blipFill>
        <p:spPr>
          <a:xfrm>
            <a:off x="6689" y="0"/>
            <a:ext cx="6774816" cy="6858000"/>
          </a:xfr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70F2DF6-5981-15CA-C7C1-B31094ED0949}"/>
              </a:ext>
            </a:extLst>
          </p:cNvPr>
          <p:cNvGrpSpPr/>
          <p:nvPr/>
        </p:nvGrpSpPr>
        <p:grpSpPr>
          <a:xfrm>
            <a:off x="9179122" y="4807217"/>
            <a:ext cx="1730972" cy="1773907"/>
            <a:chOff x="8166234" y="4443099"/>
            <a:chExt cx="1730972" cy="177390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9E309DB-2F04-0A78-2DD5-49D14772543B}"/>
                </a:ext>
              </a:extLst>
            </p:cNvPr>
            <p:cNvCxnSpPr/>
            <p:nvPr/>
          </p:nvCxnSpPr>
          <p:spPr>
            <a:xfrm flipV="1">
              <a:off x="8641976" y="4473388"/>
              <a:ext cx="0" cy="1281953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DFD71B6-5744-56AD-2EFD-3E71AE0367D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256230" y="5114365"/>
              <a:ext cx="0" cy="1281953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546431F-E2BB-9E87-7036-6968815B16D2}"/>
                </a:ext>
              </a:extLst>
            </p:cNvPr>
            <p:cNvSpPr txBox="1"/>
            <p:nvPr/>
          </p:nvSpPr>
          <p:spPr>
            <a:xfrm>
              <a:off x="9378867" y="5755341"/>
              <a:ext cx="475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66B5FD-40D3-478A-0B8C-A4B54B108F23}"/>
                </a:ext>
              </a:extLst>
            </p:cNvPr>
            <p:cNvSpPr txBox="1"/>
            <p:nvPr/>
          </p:nvSpPr>
          <p:spPr>
            <a:xfrm>
              <a:off x="8166234" y="4443099"/>
              <a:ext cx="475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E8E394E-D7F2-9DE5-D817-A08DE44FF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20034"/>
              </p:ext>
            </p:extLst>
          </p:nvPr>
        </p:nvGraphicFramePr>
        <p:xfrm>
          <a:off x="7189694" y="498843"/>
          <a:ext cx="4898097" cy="357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7721">
                  <a:extLst>
                    <a:ext uri="{9D8B030D-6E8A-4147-A177-3AD203B41FA5}">
                      <a16:colId xmlns:a16="http://schemas.microsoft.com/office/drawing/2014/main" val="1305143797"/>
                    </a:ext>
                  </a:extLst>
                </a:gridCol>
                <a:gridCol w="1456266">
                  <a:extLst>
                    <a:ext uri="{9D8B030D-6E8A-4147-A177-3AD203B41FA5}">
                      <a16:colId xmlns:a16="http://schemas.microsoft.com/office/drawing/2014/main" val="3632079871"/>
                    </a:ext>
                  </a:extLst>
                </a:gridCol>
                <a:gridCol w="1984110">
                  <a:extLst>
                    <a:ext uri="{9D8B030D-6E8A-4147-A177-3AD203B41FA5}">
                      <a16:colId xmlns:a16="http://schemas.microsoft.com/office/drawing/2014/main" val="1075543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342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6,9,19,22,32,35,45,48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05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Accelerometer  Common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52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15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X-axis Sense Electrodes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1BBF0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Y-axis Sense Electrodes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27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7D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X-axis Feedback Electrodes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070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D19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Y-axis Feedback Electrodes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57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2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B3B188-0722-0101-7D7E-E599C2E53B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3920" r="30000" b="4078"/>
          <a:stretch/>
        </p:blipFill>
        <p:spPr>
          <a:xfrm>
            <a:off x="74507" y="248652"/>
            <a:ext cx="5837009" cy="58876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39DF2B-D7D3-7DEB-9C3B-512F4AE30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957153"/>
              </p:ext>
            </p:extLst>
          </p:nvPr>
        </p:nvGraphicFramePr>
        <p:xfrm>
          <a:off x="5970494" y="91440"/>
          <a:ext cx="5737412" cy="6675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479">
                  <a:extLst>
                    <a:ext uri="{9D8B030D-6E8A-4147-A177-3AD203B41FA5}">
                      <a16:colId xmlns:a16="http://schemas.microsoft.com/office/drawing/2014/main" val="1305143797"/>
                    </a:ext>
                  </a:extLst>
                </a:gridCol>
                <a:gridCol w="1456266">
                  <a:extLst>
                    <a:ext uri="{9D8B030D-6E8A-4147-A177-3AD203B41FA5}">
                      <a16:colId xmlns:a16="http://schemas.microsoft.com/office/drawing/2014/main" val="3632079871"/>
                    </a:ext>
                  </a:extLst>
                </a:gridCol>
                <a:gridCol w="2855667">
                  <a:extLst>
                    <a:ext uri="{9D8B030D-6E8A-4147-A177-3AD203B41FA5}">
                      <a16:colId xmlns:a16="http://schemas.microsoft.com/office/drawing/2014/main" val="1075543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342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1,14,27,40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05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Gyroscope Common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52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EC33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27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8ED9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070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57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286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E960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9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885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18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8D39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92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E88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67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A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047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E8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631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1ACF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880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EF3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82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8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3B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905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E880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Electrode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48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83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102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Pinouts for the Accelerometer and Gyroscope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Pinouts for the Accelerometer and Gyroscope</dc:title>
  <dc:creator>Sai Pranav Avva</dc:creator>
  <cp:lastModifiedBy>Sai Pranav Avva</cp:lastModifiedBy>
  <cp:revision>2</cp:revision>
  <dcterms:created xsi:type="dcterms:W3CDTF">2024-03-18T21:23:07Z</dcterms:created>
  <dcterms:modified xsi:type="dcterms:W3CDTF">2026-07-02T15:06:08Z</dcterms:modified>
</cp:coreProperties>
</file>