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2432-9F3F-CCE4-24C1-FA07D3321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CDF91-5CF5-0AA1-4455-88060869A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D92A-C81D-6EE1-B310-D450D52C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11C45-2738-DEAC-A3AF-C1AA6134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4E051-FD61-F018-973C-6A89FC3D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93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7E25-AE9E-5935-3AA0-4B3C7D44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EFFAA-0F62-B23D-9E79-5FEA1BEB7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5452-CC6D-626F-444E-CBAF11A5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FC15B-CEC6-A812-7AE7-C6770C71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FF024-F60D-E6DA-D3C2-173D519E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55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63F0-1A80-1522-8D29-D90DDD5B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A31FF-B218-AB3E-F033-040F22EA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E344C-5547-C6DA-894C-16DF12F2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661A3-B04B-3460-B281-DA22A20D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8A021-CE7D-8EF6-DF6A-7A0043FC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204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2CC8-5294-3E68-DF4C-30C0F67E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F34A2-A0F9-A32A-AAF2-AF1B5F405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5EEB-7DF0-3E0A-E045-A9C33D100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E3719-7930-BAA4-F624-4FEDCEA3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2E030-981B-AFC0-86F9-5A4265DC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7683D-3257-EBE8-E526-7BD5E614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73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1709-3E93-4EB7-ADED-794B016E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72825-2CA7-9EC4-5406-74525E0B4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2AEC3-E760-C79E-69CD-20A08247A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B67A5-CF25-F387-7D8F-BEB3DFC68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08496-C084-1298-7FED-C97AE5BAC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B8AE2-3554-749D-BF5F-E85F75B8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D1D5E-F451-B84A-CAE6-2689A31C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A4EF0-25DE-3972-0144-318F5253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89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85EC-A9E9-536B-6B62-60CEB85F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4B7C3-CA37-8C99-3F38-B6360361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4A9FB-95AF-A533-3EFD-A3897B49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0C422-8278-D95E-6175-69839521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3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56873-F280-01D4-2DF0-FBF3B9AC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E295B3-8762-66A6-99C2-FF26F6A8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9064-586D-72D9-5B1B-540347B3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87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68D8-6C10-D0EC-B182-A39A7BAA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D32E8-7E40-26D2-2B06-9925F093B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03673-DC5A-B3FE-114A-910A98310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C1FE6-9A15-3660-AD1D-428F0B97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E9531-2D1B-F529-CA88-65A1C691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E7F63-5832-C708-F19A-28AD8AA7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7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435-B092-6EE4-70A5-FCB7F516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BD1975-ED86-AAAF-6E9D-04A705A44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CB88F-D5B7-41DA-1386-B455C1AD9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AE4D1-912E-6A8E-248E-17D94D8F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E443D-EBDB-FC18-C009-9583DD36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B9FD8-139A-D66D-365D-7CA6D2DB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21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8D93-48F7-367C-0DAA-1EA1A10F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B26E2-1AF4-1E8F-C7C3-04C6F0256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4C2DD-DC87-6873-51B3-638E70DA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F6E9-A3D7-47EA-0256-C57315C2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E538B-BEEA-70AF-49C5-49F4C34F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6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AB5C3-DB34-54F7-CDED-AAA77214B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FBFDB-4629-92BA-03D7-5E78E6F14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F453-C6B4-D88B-5341-001AB88C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3E1D6-81D5-C126-E439-AB438A73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C85AC-E70F-9689-C13C-E1F8FF50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5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19F8A-EDED-FBF3-452D-94A508C6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1D033-BF22-E3C2-4D04-B9C58569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54E19-42E5-7451-FBDA-42BEDC4A8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97BB3-77B5-4C51-B01E-0F5AB5871A9F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987E1-76FA-EDCF-C90C-5B168842F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0609-1522-FCFC-9815-21A643EE7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0291B-942B-4134-9E61-DB3AB716E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2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37AF-AB08-AABD-EF5F-0ECD1CF1A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Weekly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EE660-8650-D6CC-5DAC-4131E344F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5</a:t>
            </a:r>
            <a:r>
              <a:rPr lang="en-IN" baseline="30000" dirty="0"/>
              <a:t>th</a:t>
            </a:r>
            <a:r>
              <a:rPr lang="en-IN" dirty="0"/>
              <a:t> October 2023</a:t>
            </a:r>
          </a:p>
        </p:txBody>
      </p:sp>
    </p:spTree>
    <p:extLst>
      <p:ext uri="{BB962C8B-B14F-4D97-AF65-F5344CB8AC3E}">
        <p14:creationId xmlns:p14="http://schemas.microsoft.com/office/powerpoint/2010/main" val="152651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circle with white lines&#10;&#10;Description automatically generated">
            <a:extLst>
              <a:ext uri="{FF2B5EF4-FFF2-40B4-BE49-F238E27FC236}">
                <a16:creationId xmlns:a16="http://schemas.microsoft.com/office/drawing/2014/main" id="{81FEB2CC-3475-FEF2-BFCD-48466B78EB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6" t="5000" r="11276" b="3165"/>
          <a:stretch/>
        </p:blipFill>
        <p:spPr>
          <a:xfrm>
            <a:off x="8733118" y="799392"/>
            <a:ext cx="2658648" cy="2350474"/>
          </a:xfrm>
          <a:prstGeom prst="rect">
            <a:avLst/>
          </a:prstGeom>
        </p:spPr>
      </p:pic>
      <p:pic>
        <p:nvPicPr>
          <p:cNvPr id="13" name="Picture 12" descr="A black circle with zigzag lines&#10;&#10;Description automatically generated">
            <a:extLst>
              <a:ext uri="{FF2B5EF4-FFF2-40B4-BE49-F238E27FC236}">
                <a16:creationId xmlns:a16="http://schemas.microsoft.com/office/drawing/2014/main" id="{E5CB7D02-E223-CFCD-9DCC-7A6CFCCE21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9" t="2959" r="9949"/>
          <a:stretch/>
        </p:blipFill>
        <p:spPr>
          <a:xfrm rot="165925">
            <a:off x="5807453" y="665106"/>
            <a:ext cx="2864153" cy="26190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594A2F-FFAE-72EE-8583-962B8B8D2ECF}"/>
              </a:ext>
            </a:extLst>
          </p:cNvPr>
          <p:cNvSpPr txBox="1"/>
          <p:nvPr/>
        </p:nvSpPr>
        <p:spPr>
          <a:xfrm>
            <a:off x="541176" y="133339"/>
            <a:ext cx="4210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ea typeface="+mj-ea"/>
                <a:cs typeface="+mj-cs"/>
              </a:rPr>
              <a:t>ADRG Straight</a:t>
            </a:r>
            <a:endParaRPr lang="en-IN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6A489D-D636-FED2-2642-F0455E937F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032" t="4286" r="6658" b="4059"/>
          <a:stretch/>
        </p:blipFill>
        <p:spPr>
          <a:xfrm>
            <a:off x="670211" y="656559"/>
            <a:ext cx="3312065" cy="32809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095EFD-D4FF-6CB0-7643-CBDC6A1D87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218"/>
          <a:stretch/>
        </p:blipFill>
        <p:spPr>
          <a:xfrm>
            <a:off x="4264834" y="3210896"/>
            <a:ext cx="2237395" cy="32809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E8B017-C76E-EE1E-7ABA-06B2F048C8E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576"/>
          <a:stretch/>
        </p:blipFill>
        <p:spPr>
          <a:xfrm>
            <a:off x="1547751" y="4135772"/>
            <a:ext cx="1556453" cy="249992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04C058-4583-9E47-EC02-B61A9161F8F6}"/>
              </a:ext>
            </a:extLst>
          </p:cNvPr>
          <p:cNvCxnSpPr>
            <a:cxnSpLocks/>
          </p:cNvCxnSpPr>
          <p:nvPr/>
        </p:nvCxnSpPr>
        <p:spPr>
          <a:xfrm>
            <a:off x="3982276" y="2297038"/>
            <a:ext cx="535818" cy="6810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784D578-6D0B-75B4-413D-786D0B1C3140}"/>
              </a:ext>
            </a:extLst>
          </p:cNvPr>
          <p:cNvSpPr/>
          <p:nvPr/>
        </p:nvSpPr>
        <p:spPr>
          <a:xfrm>
            <a:off x="3843582" y="3129094"/>
            <a:ext cx="2658648" cy="359556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12AA93-5EA7-8C28-6786-04CD935B0079}"/>
              </a:ext>
            </a:extLst>
          </p:cNvPr>
          <p:cNvSpPr/>
          <p:nvPr/>
        </p:nvSpPr>
        <p:spPr>
          <a:xfrm>
            <a:off x="1308683" y="4060949"/>
            <a:ext cx="1937856" cy="266371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C337EB-56DC-AABB-A4AA-BC50F023FA6D}"/>
              </a:ext>
            </a:extLst>
          </p:cNvPr>
          <p:cNvSpPr txBox="1"/>
          <p:nvPr/>
        </p:nvSpPr>
        <p:spPr>
          <a:xfrm>
            <a:off x="7302317" y="3349624"/>
            <a:ext cx="2658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Palatino Linotype" panose="02040502050505030304" pitchFamily="18" charset="0"/>
              </a:rPr>
              <a:t>Fig: Degenerated mode shapes</a:t>
            </a:r>
          </a:p>
          <a:p>
            <a:r>
              <a:rPr lang="en-US" sz="1400" dirty="0">
                <a:latin typeface="Palatino Linotype" panose="02040502050505030304" pitchFamily="18" charset="0"/>
              </a:rPr>
              <a:t>        Eigenfrequency = 6984Hz</a:t>
            </a:r>
            <a:endParaRPr lang="en-IN" sz="14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54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0FA0-5DBE-44D4-21D6-CF5C40ED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Dependent Study- Square Wave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392B62-3F2F-09ED-9DC3-2A29B9E00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2053159"/>
            <a:ext cx="10269383" cy="3896269"/>
          </a:xfrm>
        </p:spPr>
      </p:pic>
    </p:spTree>
    <p:extLst>
      <p:ext uri="{BB962C8B-B14F-4D97-AF65-F5344CB8AC3E}">
        <p14:creationId xmlns:p14="http://schemas.microsoft.com/office/powerpoint/2010/main" val="134528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3C00-B6CA-024E-1173-3C491F2E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Dependent Study- Displacement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7A3D5-12C8-2704-4BDA-8BE156E41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2053159"/>
            <a:ext cx="10269383" cy="3896269"/>
          </a:xfrm>
        </p:spPr>
      </p:pic>
    </p:spTree>
    <p:extLst>
      <p:ext uri="{BB962C8B-B14F-4D97-AF65-F5344CB8AC3E}">
        <p14:creationId xmlns:p14="http://schemas.microsoft.com/office/powerpoint/2010/main" val="2175416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3C00-B6CA-024E-1173-3C491F2E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Dependent Study-Capacitance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1C031F-FFDE-D361-82F7-BF3A099AA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2053159"/>
            <a:ext cx="10269383" cy="3896269"/>
          </a:xfrm>
        </p:spPr>
      </p:pic>
    </p:spTree>
    <p:extLst>
      <p:ext uri="{BB962C8B-B14F-4D97-AF65-F5344CB8AC3E}">
        <p14:creationId xmlns:p14="http://schemas.microsoft.com/office/powerpoint/2010/main" val="93611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35DFDA-8AF8-AEF2-5A7B-1072445F2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5506"/>
            <a:ext cx="8851776" cy="6638832"/>
          </a:xfrm>
        </p:spPr>
      </p:pic>
    </p:spTree>
    <p:extLst>
      <p:ext uri="{BB962C8B-B14F-4D97-AF65-F5344CB8AC3E}">
        <p14:creationId xmlns:p14="http://schemas.microsoft.com/office/powerpoint/2010/main" val="420874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C44A-5561-5221-50D3-55259303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Sinusoidal Actuation at 2000 Hz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A3540D-6C38-AC36-ACB8-C6F81A66F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234052" cy="4675539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50DC80C-2493-7F4E-8822-22540C3BB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052" y="1763164"/>
            <a:ext cx="5968361" cy="447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2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61B91-050A-9CB8-0F70-1E254182C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01"/>
          <a:stretch/>
        </p:blipFill>
        <p:spPr>
          <a:xfrm>
            <a:off x="1675342" y="39547"/>
            <a:ext cx="7280399" cy="6719841"/>
          </a:xfrm>
        </p:spPr>
      </p:pic>
    </p:spTree>
    <p:extLst>
      <p:ext uri="{BB962C8B-B14F-4D97-AF65-F5344CB8AC3E}">
        <p14:creationId xmlns:p14="http://schemas.microsoft.com/office/powerpoint/2010/main" val="314844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Palatino Linotype</vt:lpstr>
      <vt:lpstr>Office Theme</vt:lpstr>
      <vt:lpstr>Weekly Meeting</vt:lpstr>
      <vt:lpstr>PowerPoint Presentation</vt:lpstr>
      <vt:lpstr>Time Dependent Study- Square Wave Input</vt:lpstr>
      <vt:lpstr>Time Dependent Study- Displacement</vt:lpstr>
      <vt:lpstr>Time Dependent Study-Capacitance</vt:lpstr>
      <vt:lpstr>PowerPoint Presentation</vt:lpstr>
      <vt:lpstr>Sinusoidal Actuation at 2000 Hz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Meeting</dc:title>
  <dc:creator>Sai Pranav Avva</dc:creator>
  <cp:lastModifiedBy>Sai Pranav Avva</cp:lastModifiedBy>
  <cp:revision>1</cp:revision>
  <dcterms:created xsi:type="dcterms:W3CDTF">2023-10-05T11:15:35Z</dcterms:created>
  <dcterms:modified xsi:type="dcterms:W3CDTF">2023-10-05T11:22:13Z</dcterms:modified>
</cp:coreProperties>
</file>